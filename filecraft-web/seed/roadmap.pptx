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注意强调交付时间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产品路线图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年度规划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关键里程碑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完成架构升级</a:t>
            </a:r>
          </a:p>
          <a:p>
            <a:r>
              <a:t>Q2 上线新版本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